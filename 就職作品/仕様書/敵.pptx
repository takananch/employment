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B4F2B-F4A1-4868-863B-650AA842E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C65E33-61D9-476D-83E4-1A8CDEE68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906841-BFF0-4C3D-AB11-3ED595DD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ADF02F-BD50-42B3-B179-0A5B995D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08DC50-0F06-4693-A2DE-C58B864C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25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054D1-BFDC-4B6C-BF2A-4A654BE4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7412D8-A488-4810-AD0C-058712CF4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81FA80-C7B2-4B50-A4E8-68C45772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B95B6C-DA03-453B-B70F-F6B333C7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E5B110-6BB4-4394-AFEE-6CD81CEB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18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D6522-B6F7-4BF5-8BF0-27C1AD88F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6BE57A-40F7-49BB-84BF-AB9BA7C6B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68C1AE-354A-4A63-A816-548AE27F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6BB71-BB5B-4CB9-8DFE-8321AA6B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38DF90-5D1A-406B-A468-F5063CAD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76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19B33-13AB-480D-AB84-6E03FE5F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A70A0-416C-4D5B-A5F7-F8969CEA8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838A33-598B-41E9-8C44-50C458F86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30C3F0-F504-451E-978F-2AC39280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819578-4C18-484A-9B14-5CBF03EE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DFD9FD-1310-4912-A884-40A0C4DA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1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037E8-35C9-48C9-92E7-6CB281FE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56670D-ED13-4F1D-9858-3DCEB134B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D41096-08C6-42FE-B40D-C36F03D08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041AA7-E2E3-4410-8830-1F05EF470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95679D-2D20-4D25-98EF-493EAB6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EAE706-53CD-4A80-A96D-E4D94C91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D41CCF1-3E7B-472A-AD90-8DF9DAA1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A07F26-4D0E-4701-BADD-0128EEC6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13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4E3D9-AAEE-4C65-B7A7-F28D10C7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308C800-1D20-479A-A9C7-A4CB6054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A6CEFBE-BC61-4782-A23E-CD1D9222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91BB45F-5C24-4421-B64B-B9D4CDF0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53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D80B1B5-232A-49AA-AB5E-10DCEC85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17DD68-AC18-400E-A7A8-E86ABE8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A40DA0-5B4B-4AD2-BE43-9CFC490B2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25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FE7FA-5EC6-4B47-96BB-7D6A574D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E3B514-D5D4-44BF-ACF6-22942DF0F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77B13A-DA12-48A3-95C4-4BA5615B2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38D97A-F9A6-4EC8-BE18-C1345764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BBB085-2C44-429D-952D-5B6CCD8A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5DCA0F-7C45-42A6-B5A2-42412C5C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09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03BF92-FF05-4B20-9DBD-1709B6D8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E68E829-E71A-4FCC-9015-3BC51CCA7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12F9C0-9457-458E-9843-5541C7BE1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6C038B-E3DC-4FC1-9CF6-6B1FEF19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1A4402-9C7C-4DF4-8805-9ACF035E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5A77AC-B3D4-4356-92AF-651EB22A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03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8B53F3-C680-4483-8CC3-ECC41B394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FD623A-F138-4BB8-81A0-34404A7E1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7F7E34-67BE-4002-AF35-18897FCA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4A4E60-AE47-4E82-A8DC-022836D87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0091A1-6E0E-4732-9CC0-0305354C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49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265F16-244B-4508-AC4F-378BF3286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F7F4A6-C0C8-463A-8491-0E25ED55F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6ECE15-BE6C-472C-8DED-799C42EC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3CDCA1-0885-4207-A4B1-A44D7EF9338C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D98337-04D5-4F21-B51C-8FF6588C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04D9EC-F41D-4813-B888-75CF0F76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39743E-9586-47B1-A635-66616656F5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20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88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4777CC5E-91D0-45A0-A9B7-9E31EDBE4F77}"/>
              </a:ext>
            </a:extLst>
          </p:cNvPr>
          <p:cNvSpPr/>
          <p:nvPr/>
        </p:nvSpPr>
        <p:spPr>
          <a:xfrm>
            <a:off x="325464" y="309966"/>
            <a:ext cx="4277533" cy="945397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エンティティ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254D4E-75F5-46D3-9C32-C8C64C6CC5A9}"/>
              </a:ext>
            </a:extLst>
          </p:cNvPr>
          <p:cNvSpPr txBox="1"/>
          <p:nvPr/>
        </p:nvSpPr>
        <p:spPr>
          <a:xfrm>
            <a:off x="325464" y="1735810"/>
            <a:ext cx="72362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異常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プレイヤーの正気度が低下すると視界に出現する</a:t>
            </a:r>
            <a:endParaRPr lang="en-US" altLang="ja-JP" dirty="0"/>
          </a:p>
          <a:p>
            <a:r>
              <a:rPr lang="ja-JP" altLang="en-US" dirty="0"/>
              <a:t>正気度が更に一定の値まで下がるとプレイヤーにゆっくり近づき攻撃する</a:t>
            </a:r>
            <a:endParaRPr lang="en-US" altLang="ja-JP" dirty="0"/>
          </a:p>
          <a:p>
            <a:r>
              <a:rPr lang="ja-JP" altLang="en-US" dirty="0"/>
              <a:t>体当たりで攻撃</a:t>
            </a:r>
            <a:endParaRPr lang="en-US" altLang="ja-JP" dirty="0"/>
          </a:p>
          <a:p>
            <a:r>
              <a:rPr lang="ja-JP" altLang="en-US" dirty="0"/>
              <a:t>プレイヤーに攻撃すると消える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7853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4777CC5E-91D0-45A0-A9B7-9E31EDBE4F77}"/>
              </a:ext>
            </a:extLst>
          </p:cNvPr>
          <p:cNvSpPr/>
          <p:nvPr/>
        </p:nvSpPr>
        <p:spPr>
          <a:xfrm>
            <a:off x="325464" y="309966"/>
            <a:ext cx="4277533" cy="945397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エンティティ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79C34F-BBA5-4BD1-B429-0119D518EE25}"/>
              </a:ext>
            </a:extLst>
          </p:cNvPr>
          <p:cNvSpPr txBox="1"/>
          <p:nvPr/>
        </p:nvSpPr>
        <p:spPr>
          <a:xfrm>
            <a:off x="325464" y="1735810"/>
            <a:ext cx="45496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マインワーム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地面にトラバサミのような状態で待機している</a:t>
            </a:r>
            <a:endParaRPr lang="en-US" altLang="ja-JP" dirty="0"/>
          </a:p>
          <a:p>
            <a:r>
              <a:rPr lang="ja-JP" altLang="en-US" dirty="0"/>
              <a:t>踏むとダメージを受け一定時間動けなくなる</a:t>
            </a:r>
            <a:endParaRPr lang="en-US" altLang="ja-JP" dirty="0"/>
          </a:p>
          <a:p>
            <a:r>
              <a:rPr lang="ja-JP" altLang="en-US" dirty="0"/>
              <a:t>一度踏むといなくなる</a:t>
            </a:r>
            <a:endParaRPr lang="en-US" altLang="ja-JP" dirty="0"/>
          </a:p>
          <a:p>
            <a:r>
              <a:rPr lang="ja-JP" altLang="en-US" dirty="0"/>
              <a:t>鉄パイプで殴って倒せる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1736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4777CC5E-91D0-45A0-A9B7-9E31EDBE4F77}"/>
              </a:ext>
            </a:extLst>
          </p:cNvPr>
          <p:cNvSpPr/>
          <p:nvPr/>
        </p:nvSpPr>
        <p:spPr>
          <a:xfrm>
            <a:off x="325464" y="309966"/>
            <a:ext cx="4277533" cy="945397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エンティティ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8E462F-9D73-4EBE-A09E-FDAEC07CE709}"/>
              </a:ext>
            </a:extLst>
          </p:cNvPr>
          <p:cNvSpPr txBox="1"/>
          <p:nvPr/>
        </p:nvSpPr>
        <p:spPr>
          <a:xfrm>
            <a:off x="325464" y="1735810"/>
            <a:ext cx="40639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ミミック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岩に擬態している</a:t>
            </a:r>
            <a:br>
              <a:rPr lang="en-US" altLang="ja-JP" dirty="0"/>
            </a:br>
            <a:r>
              <a:rPr lang="ja-JP" altLang="en-US" dirty="0"/>
              <a:t>倒すことができない</a:t>
            </a:r>
            <a:br>
              <a:rPr lang="en-US" altLang="ja-JP" dirty="0"/>
            </a:br>
            <a:r>
              <a:rPr lang="ja-JP" altLang="en-US" dirty="0"/>
              <a:t>壊そうとすると反撃してダメージを受ける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43914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4777CC5E-91D0-45A0-A9B7-9E31EDBE4F77}"/>
              </a:ext>
            </a:extLst>
          </p:cNvPr>
          <p:cNvSpPr/>
          <p:nvPr/>
        </p:nvSpPr>
        <p:spPr>
          <a:xfrm>
            <a:off x="325464" y="309966"/>
            <a:ext cx="4277533" cy="945397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エンティティ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83FF90-9878-4E6B-8916-C33F1D774869}"/>
              </a:ext>
            </a:extLst>
          </p:cNvPr>
          <p:cNvSpPr txBox="1"/>
          <p:nvPr/>
        </p:nvSpPr>
        <p:spPr>
          <a:xfrm>
            <a:off x="325464" y="1735810"/>
            <a:ext cx="7893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寄生虫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天井に貼りつき、プレイヤーが下にいると落下してプレイヤーにダメージを与える</a:t>
            </a:r>
            <a:endParaRPr lang="en-US" altLang="ja-JP" dirty="0"/>
          </a:p>
          <a:p>
            <a:r>
              <a:rPr lang="ja-JP" altLang="en-US" dirty="0"/>
              <a:t>マウスのクリックを連打して振り払える</a:t>
            </a:r>
            <a:endParaRPr lang="en-US" altLang="ja-JP" dirty="0"/>
          </a:p>
          <a:p>
            <a:r>
              <a:rPr lang="ja-JP" altLang="en-US" dirty="0"/>
              <a:t>振り払うと倒せる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689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122</Words>
  <Application>Microsoft Office PowerPoint</Application>
  <PresentationFormat>ワイド画面</PresentationFormat>
  <Paragraphs>24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ＭＳ Ｐゴシック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10</cp:revision>
  <dcterms:created xsi:type="dcterms:W3CDTF">2026-06-11T00:33:27Z</dcterms:created>
  <dcterms:modified xsi:type="dcterms:W3CDTF">2026-06-30T01:30:42Z</dcterms:modified>
</cp:coreProperties>
</file>