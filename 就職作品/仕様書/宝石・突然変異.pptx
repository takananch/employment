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E9A944-A9D5-40A9-8AEB-26979836E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D4975AF-9F8A-4023-A365-528636A35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3800FC-CEF9-4662-8672-842397C7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7469D8-B24A-4CDF-98C0-E998FE4D0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5ADE65-2C7C-4FFF-89D0-69C24C58B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827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8436A5-4CFE-4148-BD18-704922EC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C6CC10-1344-4B7E-A0D8-278464868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A16588-7CB1-473A-BD79-A2C6DE710A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E0DF38-BE02-4A4F-AD82-BAA9576D3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28982B-B120-4CE4-A68A-4D0C80F3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898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1DCC7-61A2-4F6E-91F3-7C9F5FC59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7F489B-9C16-4571-9E55-4405F5838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45BA91-9895-4637-828A-E172DBC255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F07B3A-1302-47E6-AA39-993CEA802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C7AB99-8C12-4067-B841-0B9734DB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37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2DD6E8-6BCF-4540-87C8-5A198BF4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57F8FD-FCE0-4B91-881A-03CC87102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B4F3DE8-F7AA-466C-BB90-01F7F3183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5BC9E6-A4F0-456C-993B-041ED859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587C5A-20B4-4AD1-9708-8156C4D8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9ED1ED-2BBD-4B4D-A25A-12BC6E5B1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1021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3A5E8C-AEE9-4ABF-ACCA-2F893D7C7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7490D8-5F9E-4109-B96A-D292602DE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7A9987-4E48-4386-8957-B9F018970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847A4B8-511B-4923-86DB-405E0E36A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667460-CBBC-4E15-8EB5-2DF34A0DD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DB1E08-71ED-4328-8E8C-4DE1795AEE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D837B0A-EB5A-4EF4-A12B-F26280CD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52BAB86-B392-47E6-8AD8-0868E6E6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15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987E23-BD2B-49E0-9C19-F91D60E0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C7691C7-7880-4F51-88DA-B23EE784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093178-D869-447B-8379-A21FF87D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5AFE2C3-30CF-4826-BC29-B18ECE0B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2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21C9303-E93B-463D-8406-19EFE050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38392B-CB55-4D7B-BD10-5FE5A889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63B922-6402-49B5-8A0E-7E121525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63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6B1C60-9AF7-4306-BDA5-42CF3E17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6A76E6-7559-4C57-B280-A4125D8E4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AAB2DE-2706-4034-9DB3-1175552B8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FE49BF-528E-4739-AA05-EE6E4CC2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B895E7-0416-4EFD-899A-B68282507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8E8EA2-F9C6-41E7-8303-E8A81F6B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07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D8A45F-5F1A-40A8-A0F8-E0698391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2BD04F0-C4AF-4F44-9C10-E06F127D5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C0031D-1D11-483E-AE93-0CECDE4F3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66469D-882A-4BBB-8CE9-8DC042E1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ACEADE-31B7-4561-945C-A14B00AB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8A655A-8B3C-4952-90D9-0EAD67A90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813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AF2DC1-B328-4041-9FD1-DE497F752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93C6F5-77E8-4C3E-978C-3AD9C2E18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4DF936-42A2-42B2-970A-9C72CBF2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B9C39E-6212-4A33-A5BC-3FD30C71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A62E00-9C3A-4B6B-B95B-BFB66E8E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755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D55A985-D9C2-4649-9129-7E72B7EF5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72F92D-ABCA-43F4-9B01-43EE3AF52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BF9B6D-CB38-41C6-9754-BE55B37C6A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D5A6E-E00E-4414-9D62-03DA74B56B6B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14A2DD-5287-4958-9816-0E995138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CADDE5-5B02-4B08-931D-82B0838A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83EF56-5FF6-4E55-A8BE-D4ED54C37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47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87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辺形 3">
            <a:extLst>
              <a:ext uri="{FF2B5EF4-FFF2-40B4-BE49-F238E27FC236}">
                <a16:creationId xmlns:a16="http://schemas.microsoft.com/office/drawing/2014/main" id="{198EDA69-3574-4EE2-808A-87118A84F671}"/>
              </a:ext>
            </a:extLst>
          </p:cNvPr>
          <p:cNvSpPr/>
          <p:nvPr/>
        </p:nvSpPr>
        <p:spPr>
          <a:xfrm>
            <a:off x="232475" y="108488"/>
            <a:ext cx="4835471" cy="1038386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4800" dirty="0"/>
              <a:t>宝石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6B2FFD-BFD5-4ED2-9C60-953C05B57AB9}"/>
              </a:ext>
            </a:extLst>
          </p:cNvPr>
          <p:cNvSpPr txBox="1"/>
          <p:nvPr/>
        </p:nvSpPr>
        <p:spPr>
          <a:xfrm>
            <a:off x="232476" y="1146874"/>
            <a:ext cx="420405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金塊</a:t>
            </a:r>
            <a:r>
              <a:rPr kumimoji="1" lang="en-US" altLang="ja-JP" dirty="0"/>
              <a:t>		$ 1</a:t>
            </a:r>
            <a:r>
              <a:rPr kumimoji="1" lang="ja-JP" altLang="en-US" dirty="0"/>
              <a:t>～ </a:t>
            </a:r>
            <a:r>
              <a:rPr kumimoji="1" lang="en-US" altLang="ja-JP" dirty="0"/>
              <a:t>$ 6</a:t>
            </a:r>
          </a:p>
          <a:p>
            <a:r>
              <a:rPr kumimoji="1" lang="ja-JP" altLang="en-US" dirty="0"/>
              <a:t>カッパー</a:t>
            </a:r>
            <a:r>
              <a:rPr kumimoji="1" lang="en-US" altLang="ja-JP" dirty="0"/>
              <a:t>		$ 5</a:t>
            </a:r>
          </a:p>
          <a:p>
            <a:r>
              <a:rPr lang="ja-JP" altLang="en-US" dirty="0"/>
              <a:t>シルバー</a:t>
            </a:r>
            <a:r>
              <a:rPr lang="en-US" altLang="ja-JP" dirty="0"/>
              <a:t>		$ 10</a:t>
            </a:r>
          </a:p>
          <a:p>
            <a:r>
              <a:rPr kumimoji="1" lang="ja-JP" altLang="en-US" dirty="0"/>
              <a:t>ゴールド</a:t>
            </a:r>
            <a:r>
              <a:rPr kumimoji="1" lang="en-US" altLang="ja-JP" dirty="0"/>
              <a:t>		$ 15</a:t>
            </a:r>
          </a:p>
          <a:p>
            <a:r>
              <a:rPr lang="ja-JP" altLang="en-US" dirty="0">
                <a:solidFill>
                  <a:srgbClr val="00B050"/>
                </a:solidFill>
              </a:rPr>
              <a:t>プラチナ</a:t>
            </a:r>
            <a:r>
              <a:rPr lang="en-US" altLang="ja-JP" dirty="0"/>
              <a:t>		$ 25</a:t>
            </a:r>
          </a:p>
          <a:p>
            <a:r>
              <a:rPr lang="ja-JP" altLang="en-US" dirty="0">
                <a:solidFill>
                  <a:srgbClr val="00B050"/>
                </a:solidFill>
              </a:rPr>
              <a:t>ヒスイ</a:t>
            </a:r>
            <a:r>
              <a:rPr lang="en-US" altLang="ja-JP" dirty="0"/>
              <a:t>		$ 30</a:t>
            </a:r>
          </a:p>
          <a:p>
            <a:r>
              <a:rPr lang="ja-JP" altLang="en-US" dirty="0">
                <a:solidFill>
                  <a:srgbClr val="00B050"/>
                </a:solidFill>
              </a:rPr>
              <a:t>オパール</a:t>
            </a:r>
            <a:r>
              <a:rPr lang="en-US" altLang="ja-JP" dirty="0"/>
              <a:t>		$ 50</a:t>
            </a:r>
          </a:p>
          <a:p>
            <a:r>
              <a:rPr kumimoji="1" lang="ja-JP" altLang="en-US" dirty="0">
                <a:solidFill>
                  <a:srgbClr val="0070C0"/>
                </a:solidFill>
              </a:rPr>
              <a:t>ラピスラズリ</a:t>
            </a:r>
            <a:r>
              <a:rPr kumimoji="1" lang="en-US" altLang="ja-JP" dirty="0"/>
              <a:t>	$ 75</a:t>
            </a:r>
          </a:p>
          <a:p>
            <a:r>
              <a:rPr kumimoji="1" lang="ja-JP" altLang="en-US" dirty="0">
                <a:solidFill>
                  <a:srgbClr val="0070C0"/>
                </a:solidFill>
              </a:rPr>
              <a:t>ルビー</a:t>
            </a:r>
            <a:r>
              <a:rPr kumimoji="1" lang="en-US" altLang="ja-JP" dirty="0"/>
              <a:t>		$ 100</a:t>
            </a:r>
          </a:p>
          <a:p>
            <a:r>
              <a:rPr lang="ja-JP" altLang="en-US" dirty="0">
                <a:solidFill>
                  <a:srgbClr val="0070C0"/>
                </a:solidFill>
              </a:rPr>
              <a:t>サファイア</a:t>
            </a:r>
            <a:r>
              <a:rPr lang="en-US" altLang="ja-JP" dirty="0"/>
              <a:t>	$ 200</a:t>
            </a:r>
            <a:endParaRPr kumimoji="1" lang="en-US" altLang="ja-JP" dirty="0"/>
          </a:p>
          <a:p>
            <a:r>
              <a:rPr lang="ja-JP" altLang="en-US" dirty="0">
                <a:solidFill>
                  <a:srgbClr val="7030A0"/>
                </a:solidFill>
              </a:rPr>
              <a:t>エメラルド</a:t>
            </a:r>
            <a:r>
              <a:rPr lang="en-US" altLang="ja-JP" dirty="0"/>
              <a:t>	$ 300</a:t>
            </a:r>
          </a:p>
          <a:p>
            <a:r>
              <a:rPr lang="ja-JP" altLang="en-US" dirty="0">
                <a:solidFill>
                  <a:srgbClr val="7030A0"/>
                </a:solidFill>
              </a:rPr>
              <a:t>トパーズ</a:t>
            </a:r>
            <a:r>
              <a:rPr lang="en-US" altLang="ja-JP" dirty="0"/>
              <a:t>		$ 400</a:t>
            </a:r>
          </a:p>
          <a:p>
            <a:r>
              <a:rPr lang="ja-JP" altLang="en-US" dirty="0">
                <a:solidFill>
                  <a:srgbClr val="7030A0"/>
                </a:solidFill>
              </a:rPr>
              <a:t>アメジスト</a:t>
            </a:r>
            <a:r>
              <a:rPr lang="en-US" altLang="ja-JP" dirty="0"/>
              <a:t>	$ 500</a:t>
            </a:r>
          </a:p>
          <a:p>
            <a:r>
              <a:rPr lang="ja-JP" altLang="en-US" dirty="0">
                <a:solidFill>
                  <a:srgbClr val="7030A0"/>
                </a:solidFill>
              </a:rPr>
              <a:t>ターコイズ</a:t>
            </a:r>
            <a:r>
              <a:rPr lang="en-US" altLang="ja-JP" dirty="0"/>
              <a:t>	$ 750</a:t>
            </a:r>
          </a:p>
          <a:p>
            <a:r>
              <a:rPr kumimoji="1" lang="ja-JP" altLang="en-US" dirty="0">
                <a:solidFill>
                  <a:schemeClr val="accent4">
                    <a:lumMod val="75000"/>
                  </a:schemeClr>
                </a:solidFill>
              </a:rPr>
              <a:t>ダイヤモンド</a:t>
            </a:r>
            <a:r>
              <a:rPr kumimoji="1" lang="en-US" altLang="ja-JP" dirty="0"/>
              <a:t>	</a:t>
            </a:r>
            <a:r>
              <a:rPr kumimoji="1" lang="en-US" altLang="ja-JP" b="1" dirty="0"/>
              <a:t>$ 1,000</a:t>
            </a:r>
          </a:p>
          <a:p>
            <a:r>
              <a:rPr kumimoji="1" lang="ja-JP" altLang="en-US" dirty="0">
                <a:solidFill>
                  <a:schemeClr val="accent4">
                    <a:lumMod val="75000"/>
                  </a:schemeClr>
                </a:solidFill>
              </a:rPr>
              <a:t>マカライト</a:t>
            </a:r>
            <a:r>
              <a:rPr kumimoji="1" lang="en-US" altLang="ja-JP" dirty="0"/>
              <a:t>	</a:t>
            </a:r>
            <a:r>
              <a:rPr kumimoji="1" lang="en-US" altLang="ja-JP" b="1" dirty="0"/>
              <a:t>$ 1,500</a:t>
            </a:r>
          </a:p>
          <a:p>
            <a:r>
              <a:rPr lang="ja-JP" altLang="en-US" dirty="0">
                <a:solidFill>
                  <a:schemeClr val="accent4">
                    <a:lumMod val="75000"/>
                  </a:schemeClr>
                </a:solidFill>
              </a:rPr>
              <a:t>アレキサンドライト</a:t>
            </a:r>
            <a:r>
              <a:rPr lang="en-US" altLang="ja-JP" dirty="0"/>
              <a:t>	</a:t>
            </a:r>
            <a:r>
              <a:rPr lang="en-US" altLang="ja-JP" b="1" dirty="0"/>
              <a:t>$ 2,000</a:t>
            </a:r>
            <a:endParaRPr kumimoji="1" lang="en-US" altLang="ja-JP" b="1" dirty="0"/>
          </a:p>
          <a:p>
            <a:r>
              <a:rPr lang="ja-JP" altLang="en-US" dirty="0">
                <a:solidFill>
                  <a:schemeClr val="accent4">
                    <a:lumMod val="75000"/>
                  </a:schemeClr>
                </a:solidFill>
              </a:rPr>
              <a:t>オブシディアン</a:t>
            </a:r>
            <a:r>
              <a:rPr lang="en-US" altLang="ja-JP" dirty="0"/>
              <a:t>	</a:t>
            </a:r>
            <a:r>
              <a:rPr lang="en-US" altLang="ja-JP" b="1" dirty="0"/>
              <a:t>$ 3,000</a:t>
            </a:r>
          </a:p>
          <a:p>
            <a:r>
              <a:rPr kumimoji="1" lang="ja-JP" altLang="en-US" dirty="0">
                <a:solidFill>
                  <a:srgbClr val="FF0000"/>
                </a:solidFill>
              </a:rPr>
              <a:t>スターゲイジーパイ</a:t>
            </a:r>
            <a:r>
              <a:rPr kumimoji="1" lang="en-US" altLang="ja-JP" b="1" dirty="0"/>
              <a:t>$ 20,000</a:t>
            </a:r>
            <a:endParaRPr kumimoji="1" lang="ja-JP" altLang="en-US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276BCFA-A432-43BF-BC77-4E4145E74E26}"/>
              </a:ext>
            </a:extLst>
          </p:cNvPr>
          <p:cNvSpPr txBox="1"/>
          <p:nvPr/>
        </p:nvSpPr>
        <p:spPr>
          <a:xfrm>
            <a:off x="4787573" y="1146874"/>
            <a:ext cx="20265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レア度：</a:t>
            </a:r>
            <a:endParaRPr kumimoji="1" lang="en-US" altLang="ja-JP" dirty="0"/>
          </a:p>
          <a:p>
            <a:r>
              <a:rPr kumimoji="1" lang="ja-JP" altLang="en-US" dirty="0"/>
              <a:t>黒</a:t>
            </a:r>
            <a:r>
              <a:rPr lang="en-US" altLang="ja-JP" dirty="0"/>
              <a:t>…</a:t>
            </a:r>
            <a:r>
              <a:rPr lang="ja-JP" altLang="en-US" dirty="0"/>
              <a:t>コモン</a:t>
            </a:r>
            <a:endParaRPr lang="en-US" altLang="ja-JP" dirty="0"/>
          </a:p>
          <a:p>
            <a:r>
              <a:rPr kumimoji="1" lang="ja-JP" altLang="en-US" dirty="0">
                <a:solidFill>
                  <a:srgbClr val="00B050"/>
                </a:solidFill>
              </a:rPr>
              <a:t>緑</a:t>
            </a:r>
            <a:r>
              <a:rPr kumimoji="1" lang="en-US" altLang="ja-JP" dirty="0"/>
              <a:t>…</a:t>
            </a:r>
            <a:r>
              <a:rPr kumimoji="1" lang="ja-JP" altLang="en-US" dirty="0">
                <a:solidFill>
                  <a:srgbClr val="00B050"/>
                </a:solidFill>
              </a:rPr>
              <a:t>アンコモン</a:t>
            </a:r>
            <a:endParaRPr kumimoji="1" lang="en-US" altLang="ja-JP" dirty="0">
              <a:solidFill>
                <a:srgbClr val="00B050"/>
              </a:solidFill>
            </a:endParaRPr>
          </a:p>
          <a:p>
            <a:r>
              <a:rPr lang="ja-JP" altLang="en-US" dirty="0">
                <a:solidFill>
                  <a:srgbClr val="0070C0"/>
                </a:solidFill>
              </a:rPr>
              <a:t>青</a:t>
            </a:r>
            <a:r>
              <a:rPr lang="en-US" altLang="ja-JP" dirty="0"/>
              <a:t>…</a:t>
            </a:r>
            <a:r>
              <a:rPr lang="ja-JP" altLang="en-US" dirty="0">
                <a:solidFill>
                  <a:srgbClr val="0070C0"/>
                </a:solidFill>
              </a:rPr>
              <a:t>レア</a:t>
            </a:r>
            <a:endParaRPr lang="en-US" altLang="ja-JP" dirty="0">
              <a:solidFill>
                <a:srgbClr val="0070C0"/>
              </a:solidFill>
            </a:endParaRPr>
          </a:p>
          <a:p>
            <a:r>
              <a:rPr lang="ja-JP" altLang="en-US" dirty="0">
                <a:solidFill>
                  <a:srgbClr val="7030A0"/>
                </a:solidFill>
              </a:rPr>
              <a:t>紫</a:t>
            </a:r>
            <a:r>
              <a:rPr lang="en-US" altLang="ja-JP" dirty="0"/>
              <a:t>…</a:t>
            </a:r>
            <a:r>
              <a:rPr lang="ja-JP" altLang="en-US" dirty="0">
                <a:solidFill>
                  <a:srgbClr val="7030A0"/>
                </a:solidFill>
              </a:rPr>
              <a:t>エピック</a:t>
            </a:r>
            <a:endParaRPr lang="en-US" altLang="ja-JP" dirty="0">
              <a:solidFill>
                <a:srgbClr val="7030A0"/>
              </a:solidFill>
            </a:endParaRPr>
          </a:p>
          <a:p>
            <a:r>
              <a:rPr lang="ja-JP" altLang="en-US" dirty="0">
                <a:solidFill>
                  <a:schemeClr val="accent4">
                    <a:lumMod val="75000"/>
                  </a:schemeClr>
                </a:solidFill>
              </a:rPr>
              <a:t>金</a:t>
            </a:r>
            <a:r>
              <a:rPr lang="en-US" altLang="ja-JP" dirty="0"/>
              <a:t>…</a:t>
            </a:r>
            <a:r>
              <a:rPr lang="ja-JP" altLang="en-US" dirty="0">
                <a:solidFill>
                  <a:schemeClr val="accent4">
                    <a:lumMod val="75000"/>
                  </a:schemeClr>
                </a:solidFill>
              </a:rPr>
              <a:t>レジェンダリー</a:t>
            </a:r>
            <a:endParaRPr lang="en-US" altLang="ja-JP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kumimoji="1" lang="ja-JP" altLang="en-US" dirty="0">
                <a:solidFill>
                  <a:srgbClr val="FF0000"/>
                </a:solidFill>
              </a:rPr>
              <a:t>赤</a:t>
            </a:r>
            <a:r>
              <a:rPr kumimoji="1" lang="en-US" altLang="ja-JP" dirty="0"/>
              <a:t>…</a:t>
            </a:r>
            <a:r>
              <a:rPr kumimoji="1" lang="ja-JP" altLang="en-US" dirty="0">
                <a:solidFill>
                  <a:srgbClr val="FF0000"/>
                </a:solidFill>
              </a:rPr>
              <a:t>シークレット</a:t>
            </a:r>
          </a:p>
        </p:txBody>
      </p:sp>
    </p:spTree>
    <p:extLst>
      <p:ext uri="{BB962C8B-B14F-4D97-AF65-F5344CB8AC3E}">
        <p14:creationId xmlns:p14="http://schemas.microsoft.com/office/powerpoint/2010/main" val="3141308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辺形 1">
            <a:extLst>
              <a:ext uri="{FF2B5EF4-FFF2-40B4-BE49-F238E27FC236}">
                <a16:creationId xmlns:a16="http://schemas.microsoft.com/office/drawing/2014/main" id="{0B2E2054-FA7F-4C05-8A02-7E8E2E771731}"/>
              </a:ext>
            </a:extLst>
          </p:cNvPr>
          <p:cNvSpPr/>
          <p:nvPr/>
        </p:nvSpPr>
        <p:spPr>
          <a:xfrm>
            <a:off x="232475" y="108488"/>
            <a:ext cx="4835471" cy="1038386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4800" dirty="0"/>
              <a:t>突然変異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348F46-981D-4308-B8BE-A0BD10F5B90F}"/>
              </a:ext>
            </a:extLst>
          </p:cNvPr>
          <p:cNvSpPr txBox="1"/>
          <p:nvPr/>
        </p:nvSpPr>
        <p:spPr>
          <a:xfrm>
            <a:off x="232475" y="1146874"/>
            <a:ext cx="61513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宝石に一定確率で付与</a:t>
            </a:r>
            <a:endParaRPr lang="en-US" altLang="ja-JP" dirty="0"/>
          </a:p>
          <a:p>
            <a:r>
              <a:rPr lang="ja-JP" altLang="en-US" dirty="0"/>
              <a:t>宝石の価値が増加</a:t>
            </a:r>
            <a:endParaRPr lang="en-US" altLang="ja-JP" dirty="0"/>
          </a:p>
          <a:p>
            <a:endParaRPr lang="en-US" altLang="ja-JP" dirty="0">
              <a:solidFill>
                <a:srgbClr val="00B0F0"/>
              </a:solidFill>
            </a:endParaRPr>
          </a:p>
          <a:p>
            <a:r>
              <a:rPr lang="en-US" altLang="ja-JP" dirty="0">
                <a:solidFill>
                  <a:srgbClr val="00B0F0"/>
                </a:solidFill>
              </a:rPr>
              <a:t>I</a:t>
            </a:r>
            <a:r>
              <a:rPr kumimoji="1" lang="en-US" altLang="ja-JP" dirty="0">
                <a:solidFill>
                  <a:srgbClr val="00B0F0"/>
                </a:solidFill>
              </a:rPr>
              <a:t>ced</a:t>
            </a:r>
            <a:r>
              <a:rPr kumimoji="1" lang="en-US" altLang="ja-JP" dirty="0"/>
              <a:t>		x1.5</a:t>
            </a:r>
          </a:p>
          <a:p>
            <a:r>
              <a:rPr kumimoji="1" lang="en-US" altLang="ja-JP" dirty="0">
                <a:solidFill>
                  <a:schemeClr val="accent2"/>
                </a:solidFill>
              </a:rPr>
              <a:t>Heated</a:t>
            </a:r>
            <a:r>
              <a:rPr kumimoji="1" lang="en-US" altLang="ja-JP" dirty="0"/>
              <a:t>		x1.6</a:t>
            </a:r>
          </a:p>
          <a:p>
            <a:r>
              <a:rPr lang="en-US" altLang="ja-JP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Electric</a:t>
            </a:r>
            <a:r>
              <a:rPr lang="en-US" altLang="ja-JP" dirty="0"/>
              <a:t>		x2(</a:t>
            </a:r>
            <a:r>
              <a:rPr lang="ja-JP" altLang="en-US" dirty="0"/>
              <a:t>所持中持続ダメージ</a:t>
            </a:r>
            <a:r>
              <a:rPr lang="en-US" altLang="ja-JP" dirty="0"/>
              <a:t>)</a:t>
            </a:r>
          </a:p>
          <a:p>
            <a:r>
              <a:rPr lang="en-US" altLang="ja-JP" dirty="0">
                <a:solidFill>
                  <a:srgbClr val="FF0000"/>
                </a:solidFill>
              </a:rPr>
              <a:t>Rainbow</a:t>
            </a:r>
            <a:r>
              <a:rPr lang="en-US" altLang="ja-JP" dirty="0"/>
              <a:t>		x3</a:t>
            </a:r>
          </a:p>
          <a:p>
            <a:r>
              <a:rPr kumimoji="1" lang="en-US" altLang="ja-JP" dirty="0"/>
              <a:t>Shadowed	x4(</a:t>
            </a:r>
            <a:r>
              <a:rPr kumimoji="1" lang="ja-JP" altLang="en-US" dirty="0"/>
              <a:t>所持中スタミナが回復しない</a:t>
            </a:r>
            <a:r>
              <a:rPr kumimoji="1" lang="en-US" altLang="ja-JP" dirty="0"/>
              <a:t>)</a:t>
            </a:r>
          </a:p>
          <a:p>
            <a:r>
              <a:rPr lang="en-US" altLang="ja-JP" dirty="0">
                <a:solidFill>
                  <a:srgbClr val="7030A0"/>
                </a:solidFill>
              </a:rPr>
              <a:t>Galaxy</a:t>
            </a:r>
            <a:r>
              <a:rPr lang="en-US" altLang="ja-JP" dirty="0"/>
              <a:t>		x5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41124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156</Words>
  <Application>Microsoft Office PowerPoint</Application>
  <PresentationFormat>ワイド画面</PresentationFormat>
  <Paragraphs>37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ＭＳ Ｐゴシック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　裕哉</dc:creator>
  <cp:lastModifiedBy>田中　裕哉</cp:lastModifiedBy>
  <cp:revision>12</cp:revision>
  <dcterms:created xsi:type="dcterms:W3CDTF">2026-06-09T00:34:23Z</dcterms:created>
  <dcterms:modified xsi:type="dcterms:W3CDTF">2026-06-11T03:40:35Z</dcterms:modified>
</cp:coreProperties>
</file>