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EBCEB7B-8296-4382-8706-B9B45EBE0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4F508F1-B1FC-4A57-9212-E506D8A90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C7ADDE8-C97F-4E40-9F5D-3354757478C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9E3D16-2068-4C3E-8C5C-3A318D391A04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A349B7-2EDE-47BA-AFB6-A1077FD3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19A9368-D038-43AA-AA27-9AE908219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2F5BE-E7A2-4905-9AE2-DADDA7999D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2884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5B8A52-8474-4737-97A4-C451F7B6E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AD53E08-C9ED-46A0-A590-638FDBFDC8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B21458-F0DD-49F4-A724-AFD6D9C9DD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9E3D16-2068-4C3E-8C5C-3A318D391A04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BDB830-7675-4226-9231-857DBD509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F5E27D-5DD5-4481-AC5E-FCABBA19D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2F5BE-E7A2-4905-9AE2-DADDA7999D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5871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E4D8F7B-63DC-4C28-B82C-EA1FAA8C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C976312-7509-4919-A83F-2457C07A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0290B9C-26E0-4813-9AFA-2E2FE2DFE4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9E3D16-2068-4C3E-8C5C-3A318D391A04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4D700B9-0FBA-4E84-A179-803CD6DEB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76DDDDA-453D-4433-A6E6-6949A716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2F5BE-E7A2-4905-9AE2-DADDA7999D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108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0B461D-353C-40C9-93D5-7B1ECEF99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6E920F6-1233-4B2C-B459-D53782E31E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B10B2E9-4D18-430C-AFF8-3659FDB5C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AFE9AF5-EBB7-495D-8F05-933703C8A0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9E3D16-2068-4C3E-8C5C-3A318D391A04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6EFA46-8C55-42A1-9C20-1B129AE11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987568-8C51-41E7-8946-8BC561004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2F5BE-E7A2-4905-9AE2-DADDA7999D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301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812B90-0DF5-4010-84AB-DD1A539E0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544A9C-2E4F-416E-8435-E37BEFE64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CC6BE62-8BBA-48C5-9221-03197A7E9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15044DA-4F63-457B-8CF5-DED0262AFB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42B7942-EBA5-43AF-BC68-34BD8DD39D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D69EA72-D72B-4F68-8187-4374F8E417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9E3D16-2068-4C3E-8C5C-3A318D391A04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9627A50-9A0A-4C3B-BCB0-B700BC941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E39C21B-1FC3-42B0-B79C-EBB872ED7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2F5BE-E7A2-4905-9AE2-DADDA7999D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3532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69FD62-96AA-4A67-AFDF-562DEAC99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6C41F41-E735-4E6D-97B2-46C761BD20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9E3D16-2068-4C3E-8C5C-3A318D391A04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A6D2ADB-B04E-4652-B4B5-320E87A6B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9828C94-5A70-4245-A02B-CE9E1D12C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2F5BE-E7A2-4905-9AE2-DADDA7999D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1284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BDEDB2C-A2B1-46E8-9EA7-DA4039B632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9E3D16-2068-4C3E-8C5C-3A318D391A04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A257F3EE-D272-479F-8C60-5A7CE7A1D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FA965DA-BA19-4D89-8679-DA80E3C51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2F5BE-E7A2-4905-9AE2-DADDA7999D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03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4F29DB-F92E-4FBD-9C81-AF680518C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190C28-BA28-493C-933A-7A37B9C81A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91B857-EF44-4629-99E7-4767C04ED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8D7153E-3AC3-4533-8A1F-FBE74E3C89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9E3D16-2068-4C3E-8C5C-3A318D391A04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9D2E99D-84CC-48DB-84C7-BB432A35A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41F849-C48C-49BD-8852-AB2B06BA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2F5BE-E7A2-4905-9AE2-DADDA7999D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2407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A06F0D7-78AE-4451-9456-FC06783D5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1294D95-24A2-4F4A-8746-07FD20088D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4CC2E85-8B25-415B-ACFC-8ADBDFFF7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F91536-E0EA-4551-AA3F-F945B0CDA7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9E3D16-2068-4C3E-8C5C-3A318D391A04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C85ABA9-61EC-4133-A7C0-0977A06C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2CDF744-76E3-45DE-924B-31CF8AF01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2F5BE-E7A2-4905-9AE2-DADDA7999D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676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E70CBB-D90E-4EE7-BDC8-87CC6FB03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8556064-0B71-442A-934A-860F33303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23226A2-E93B-452F-ADC8-081A0B5956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9E3D16-2068-4C3E-8C5C-3A318D391A04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642F3D-3110-4316-9C7B-546D7E75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F8A185-9F73-48F3-9C15-35AFDF956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2F5BE-E7A2-4905-9AE2-DADDA7999D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7037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FD6578C-22B1-4D7F-92D0-3CF62FE52C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09407A2-798D-4CB8-876F-448D62E15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CEB3A3-CEFA-477F-BE26-45C7794DA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E9E3D16-2068-4C3E-8C5C-3A318D391A04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97A6328-0634-426E-AE4A-002ED32D3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8C6CED-08A3-4967-8E86-FF4F3AB1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62F5BE-E7A2-4905-9AE2-DADDA7999DC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2105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8246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平行四辺形 3">
            <a:extLst>
              <a:ext uri="{FF2B5EF4-FFF2-40B4-BE49-F238E27FC236}">
                <a16:creationId xmlns:a16="http://schemas.microsoft.com/office/drawing/2014/main" id="{1C057E00-9DB7-49F8-8106-B6048F6B21AC}"/>
              </a:ext>
            </a:extLst>
          </p:cNvPr>
          <p:cNvSpPr/>
          <p:nvPr/>
        </p:nvSpPr>
        <p:spPr>
          <a:xfrm>
            <a:off x="304800" y="245533"/>
            <a:ext cx="5249333" cy="1100667"/>
          </a:xfrm>
          <a:prstGeom prst="parallelogram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4800" dirty="0"/>
              <a:t>ゲームルール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0C72E19-16CD-4D82-9164-B15AD84F7F6F}"/>
              </a:ext>
            </a:extLst>
          </p:cNvPr>
          <p:cNvSpPr txBox="1"/>
          <p:nvPr/>
        </p:nvSpPr>
        <p:spPr>
          <a:xfrm>
            <a:off x="304800" y="1346200"/>
            <a:ext cx="7718780" cy="44593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5000"/>
              </a:lnSpc>
            </a:pPr>
            <a:r>
              <a:rPr kumimoji="1" lang="ja-JP" altLang="en-US" b="1" dirty="0"/>
              <a:t>宝石を集める→敵を避ける→撤退する</a:t>
            </a:r>
            <a:endParaRPr kumimoji="1" lang="en-US" altLang="ja-JP" b="1" dirty="0"/>
          </a:p>
          <a:p>
            <a:pPr>
              <a:lnSpc>
                <a:spcPts val="5000"/>
              </a:lnSpc>
            </a:pPr>
            <a:r>
              <a:rPr kumimoji="1" lang="ja-JP" altLang="en-US" dirty="0"/>
              <a:t>洞窟で見つけた宝石をトロッコへ運んで納品する</a:t>
            </a:r>
            <a:endParaRPr kumimoji="1" lang="en-US" altLang="ja-JP" dirty="0"/>
          </a:p>
          <a:p>
            <a:pPr>
              <a:lnSpc>
                <a:spcPts val="5000"/>
              </a:lnSpc>
            </a:pPr>
            <a:r>
              <a:rPr lang="ja-JP" altLang="en-US" dirty="0"/>
              <a:t>プレイヤーは撤退するか深く潜るか選択できる</a:t>
            </a:r>
            <a:endParaRPr kumimoji="1" lang="en-US" altLang="ja-JP" dirty="0"/>
          </a:p>
          <a:p>
            <a:pPr>
              <a:lnSpc>
                <a:spcPts val="5000"/>
              </a:lnSpc>
            </a:pPr>
            <a:r>
              <a:rPr lang="ja-JP" altLang="en-US" dirty="0"/>
              <a:t>目標額が存在し、一定額納品すると深く潜れるようになる</a:t>
            </a:r>
            <a:endParaRPr lang="en-US" altLang="ja-JP" dirty="0"/>
          </a:p>
          <a:p>
            <a:pPr>
              <a:lnSpc>
                <a:spcPts val="5000"/>
              </a:lnSpc>
            </a:pPr>
            <a:r>
              <a:rPr lang="ja-JP" altLang="en-US" dirty="0"/>
              <a:t>深く潜るほど、洞窟は複雑化しレアな宝石が出やすくなる</a:t>
            </a:r>
            <a:endParaRPr lang="en-US" altLang="ja-JP" dirty="0"/>
          </a:p>
          <a:p>
            <a:pPr>
              <a:lnSpc>
                <a:spcPts val="5000"/>
              </a:lnSpc>
            </a:pPr>
            <a:r>
              <a:rPr kumimoji="1" lang="ja-JP" altLang="en-US" dirty="0"/>
              <a:t>撤退し地上に戻ると手に入れた宝石を持ち帰る、死ぬと手に入れた宝石を失う</a:t>
            </a:r>
            <a:endParaRPr kumimoji="1" lang="en-US" altLang="ja-JP" dirty="0"/>
          </a:p>
          <a:p>
            <a:pPr>
              <a:lnSpc>
                <a:spcPts val="5000"/>
              </a:lnSpc>
            </a:pPr>
            <a:r>
              <a:rPr kumimoji="1" lang="ja-JP" altLang="en-US" dirty="0"/>
              <a:t>制限時間内にトロッコまで戻れない、または敵に倒されると</a:t>
            </a:r>
            <a:r>
              <a:rPr kumimoji="1" lang="ja-JP" altLang="en-US"/>
              <a:t>死亡する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69460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1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97</Words>
  <Application>Microsoft Office PowerPoint</Application>
  <PresentationFormat>ワイド画面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4" baseType="lpstr">
      <vt:lpstr>ＭＳ Ｐゴシック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田中　裕哉</dc:creator>
  <cp:lastModifiedBy>田中　裕哉</cp:lastModifiedBy>
  <cp:revision>9</cp:revision>
  <dcterms:created xsi:type="dcterms:W3CDTF">2026-06-02T00:52:53Z</dcterms:created>
  <dcterms:modified xsi:type="dcterms:W3CDTF">2026-06-04T03:33:24Z</dcterms:modified>
</cp:coreProperties>
</file>