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197E39-F00C-430F-941B-879F8218F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EBD3638-9EF7-4990-A6EC-C48B3C3B6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BE2942-5398-4C30-ABD3-788E132B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F93AA-CFF3-4D5E-9EBF-45AF23D4BC7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7793B3-D91C-4259-B1F6-6270CDBC2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EB2108-4CCB-4CCB-BEB6-89CB3A0C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6A6C-7B0C-44B3-B327-F236BAEE2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0338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A68AD0-269C-4D90-873F-F0E78E0E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970783-3DE9-436F-AD75-3418A8F96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9348D5-6F94-4EB4-BD8B-F1F9FA1F1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F93AA-CFF3-4D5E-9EBF-45AF23D4BC7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B10A60-67E8-471F-AB29-ABD328C70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DC4569-E683-4589-B1CF-601EDC1CA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6A6C-7B0C-44B3-B327-F236BAEE2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0630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B0B052-C048-47BD-965E-19DB6C154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A2005A-00AF-4AC6-87EE-BF02EC4D9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75E8F2-EDBE-430A-9B69-C6AEA1D8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F93AA-CFF3-4D5E-9EBF-45AF23D4BC7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4C7855-F9EC-4BBE-9DB7-D23E5494F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9F7DAB-481D-47D5-B697-568B11B6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6A6C-7B0C-44B3-B327-F236BAEE2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1809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2E57B2-B770-4C0E-A020-CDF1BBC0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48843A-57E8-422F-82BA-07933F7A0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7FB7FAF-D09F-43F6-BE35-DF7F56837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8EB9C6-0AA3-4EDC-9ECD-EF755D05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F93AA-CFF3-4D5E-9EBF-45AF23D4BC7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F5C995-B829-4E7C-B17A-191D49EAD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FD3982-5A17-41F1-A614-FA9F86C4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6A6C-7B0C-44B3-B327-F236BAEE2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5941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E04AF4-6136-4D94-A1C8-F7F4FB02D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6AF580-961B-4AE3-8072-99F0F7CB8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CA61AE-E36F-48A5-A148-076EF3A6F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8ACF404-C1E0-4BB9-B50C-CC983875C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FAEA055-3654-40B3-B9E4-927BB7F13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E08998D-803E-4180-AAD7-9CE2907C1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F93AA-CFF3-4D5E-9EBF-45AF23D4BC7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9F6C8A2-87B2-4A19-9195-C8A7D6BBB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8200014-F7AD-4A6F-8EEE-3C8B1B63E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6A6C-7B0C-44B3-B327-F236BAEE2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9377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70735-D735-452D-BD30-4302C4AA0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85B971C-79CD-4FD0-8059-3CC6A6C89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F93AA-CFF3-4D5E-9EBF-45AF23D4BC7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6176271-CA9C-4661-9D62-1CD17702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F521EE6-BC08-4650-B550-A44759D61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6A6C-7B0C-44B3-B327-F236BAEE2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0857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46630A8-2C0D-45CF-A7A8-853D9250A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F93AA-CFF3-4D5E-9EBF-45AF23D4BC7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C6F10F8-FF0E-42A8-A4F9-851395A05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6527341-B83E-4AD0-84D8-A2E9A3C0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6A6C-7B0C-44B3-B327-F236BAEE2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170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83D202-DB47-496C-8FA9-6F4E8F63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7D6E64-054A-4045-8566-F7EC4905A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34D283-A8D3-4783-A085-881F091B7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545BB8-0808-4E63-9A86-F71890AB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F93AA-CFF3-4D5E-9EBF-45AF23D4BC7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0CE960-F41B-41B5-A9D0-5CE8389C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680393-253B-422C-B252-018229641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6A6C-7B0C-44B3-B327-F236BAEE2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23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C45277-0417-44A4-95B9-55D7F0085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943D5E3-B073-4196-9D25-CA4CB46ACC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640F97-3EC8-4678-8ABB-B46B88AF3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7F32B3-23D3-481F-8C71-52504F569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F93AA-CFF3-4D5E-9EBF-45AF23D4BC7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4045BF6-9591-4579-A55A-7E12C6290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22BBAE-6C2E-4B00-B52C-F8DF9EF46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6A6C-7B0C-44B3-B327-F236BAEE2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8147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2FDD47-09F3-4FA2-9E61-271931DB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ED5121F-ACB5-41F6-8B39-3FFD7E1B5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39B017-7701-4517-9E66-97966C842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F93AA-CFF3-4D5E-9EBF-45AF23D4BC7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AFC6A3-C24F-40D3-8630-D95454B9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513DC0-1704-41B7-9E4D-13A410CC0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6A6C-7B0C-44B3-B327-F236BAEE2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179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F9A81E0-C2B3-4530-B19F-6B8B6BA2FC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D59247D-2CC8-4213-AB6F-E8100AAFD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B1F543-76EE-420A-ABD3-B5B027A96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F93AA-CFF3-4D5E-9EBF-45AF23D4BC7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279E51-BD4B-4177-9455-3957C7302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ADEEB1-50E6-44CA-A783-65B69DEA7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6A6C-7B0C-44B3-B327-F236BAEE2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214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2EA9BF2-5793-417F-8FFB-5CC79DA6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2B8238-9309-4F69-9323-0D10EA3CC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C03C5A-BE96-40C9-BC2C-4CC07E1FB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F93AA-CFF3-4D5E-9EBF-45AF23D4BC7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6E1DEA-AA66-43CD-A8FC-860612EC9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EF0A86-2EBA-431F-A3CA-968B9A975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06A6C-7B0C-44B3-B327-F236BAEE2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5002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辺形 3">
            <a:extLst>
              <a:ext uri="{FF2B5EF4-FFF2-40B4-BE49-F238E27FC236}">
                <a16:creationId xmlns:a16="http://schemas.microsoft.com/office/drawing/2014/main" id="{0F2BDCA3-FB0F-44D1-B42B-BE2AFCFADB02}"/>
              </a:ext>
            </a:extLst>
          </p:cNvPr>
          <p:cNvSpPr/>
          <p:nvPr/>
        </p:nvSpPr>
        <p:spPr>
          <a:xfrm>
            <a:off x="247973" y="247973"/>
            <a:ext cx="4990454" cy="886560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4400" dirty="0"/>
              <a:t>プレイヤー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34F08D-D8F0-475E-AAD8-D2ABFD2DBE2F}"/>
              </a:ext>
            </a:extLst>
          </p:cNvPr>
          <p:cNvSpPr txBox="1"/>
          <p:nvPr/>
        </p:nvSpPr>
        <p:spPr>
          <a:xfrm>
            <a:off x="247973" y="2076773"/>
            <a:ext cx="870783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HP</a:t>
            </a:r>
            <a:r>
              <a:rPr lang="ja-JP" altLang="en-US" dirty="0"/>
              <a:t>、スタミナ、インベントリが存在</a:t>
            </a:r>
            <a:endParaRPr lang="en-US" altLang="ja-JP" dirty="0"/>
          </a:p>
          <a:p>
            <a:r>
              <a:rPr lang="ja-JP" altLang="en-US" dirty="0"/>
              <a:t>インベントリの枠が</a:t>
            </a:r>
            <a:r>
              <a:rPr lang="en-US" altLang="ja-JP" dirty="0"/>
              <a:t>5</a:t>
            </a:r>
            <a:r>
              <a:rPr lang="ja-JP" altLang="en-US" dirty="0"/>
              <a:t>つ</a:t>
            </a:r>
            <a:endParaRPr lang="en-US" altLang="ja-JP" dirty="0"/>
          </a:p>
          <a:p>
            <a:r>
              <a:rPr kumimoji="1" lang="ja-JP" altLang="en-US" dirty="0"/>
              <a:t>体力は自然に回復しない</a:t>
            </a:r>
            <a:endParaRPr lang="en-US" altLang="ja-JP" dirty="0"/>
          </a:p>
          <a:p>
            <a:r>
              <a:rPr kumimoji="1" lang="ja-JP" altLang="en-US" dirty="0"/>
              <a:t>隠しステータスとして正気度が存在</a:t>
            </a:r>
            <a:endParaRPr kumimoji="1" lang="en-US" altLang="ja-JP" dirty="0"/>
          </a:p>
          <a:p>
            <a:r>
              <a:rPr kumimoji="1" lang="ja-JP" altLang="en-US" dirty="0"/>
              <a:t>長時間トロッコに戻らない、または敵に襲われると正気度が減少し、幻覚の敵に襲われる</a:t>
            </a:r>
            <a:endParaRPr kumimoji="1" lang="en-US" altLang="ja-JP" dirty="0"/>
          </a:p>
          <a:p>
            <a:r>
              <a:rPr kumimoji="1" lang="ja-JP" altLang="en-US" dirty="0"/>
              <a:t>正気度はトロッコに戻ると回復</a:t>
            </a:r>
            <a:endParaRPr kumimoji="1" lang="en-US" altLang="ja-JP" dirty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6284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55</Words>
  <Application>Microsoft Office PowerPoint</Application>
  <PresentationFormat>ワイド画面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ＭＳ Ｐゴシック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田中　裕哉</dc:creator>
  <cp:lastModifiedBy>田中　裕哉</cp:lastModifiedBy>
  <cp:revision>8</cp:revision>
  <dcterms:created xsi:type="dcterms:W3CDTF">2026-06-02T02:05:49Z</dcterms:created>
  <dcterms:modified xsi:type="dcterms:W3CDTF">2026-06-04T03:40:16Z</dcterms:modified>
</cp:coreProperties>
</file>