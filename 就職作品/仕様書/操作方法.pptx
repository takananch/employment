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468F5-A847-4DDD-8FEC-8389E640E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1CA4D6-5D06-4709-82A7-756F2B44D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405F8F-E65D-424B-8876-C0535C1E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6A4CC6-D994-4EBD-B3F8-481D2278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9CDAF-188C-4BD5-BBD3-EC5141D8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97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75AD55-9205-4161-B73F-FE5CDF19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211F37-CE1D-4C5F-8FDF-0EF21E060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5EEF22-E24F-40DC-87E3-71ADBA2F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99AB40-BD42-41E7-AAC7-5B0BC224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3BA93D-4CEF-49D7-B924-3D255074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4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E579A-EDC5-4CF2-8AB5-4F8B81FD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86D967-989F-4078-846A-F905571EE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708450-D8B4-4895-8628-9103B50E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EABF52-FB72-4F9C-B0DC-8696FC78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0EAB6C-BC13-4521-86B1-C7617174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5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D8733-7D9D-4E8F-9A25-583ADDB2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1766EF-941A-4458-92F7-07D8E9B37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2D5893-95E6-4E7A-BC72-2FEA6A749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A7146C-0F63-49FA-9F48-AD80FAB1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3742BD-9F8A-45FE-8A5D-B3B593EA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B2E12F-8712-422D-AD0B-4465FE7C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55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763522-18AD-4037-B386-3228C52B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F75867-0190-4C17-A8D6-8C6F02123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1F49FC-594B-421B-81FA-3C02334EF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DD5E6FA-CB41-48A3-8793-FE0D1963F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821CDE-564A-4599-B7F1-238BB5AE4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5CAB0A-5B2C-493F-9901-C989930E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B7DE1F-1C01-4159-9049-E086BE10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D30C80-CEDB-4519-A6D0-698A362DD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6F97C-C33D-4CD1-AA40-889BE9E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B677C1-D4C9-4485-96CA-19409E6C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52C40E-2EFE-409E-BE8D-51D1FD7C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939E08-4082-40DE-B299-DD14FFC1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59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38F687-34E1-44C6-8284-7E90CBE9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233637-FCD8-4899-86CA-6AB26016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42D579-3C7F-457E-8487-98BE4F7A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15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61A75-00E6-4C18-AD6B-445F4844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D6E87B-442C-4C1C-8F24-F22819A1C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2A22A0-0F13-4471-A44F-642D79396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726D76-112B-4CB1-B9F3-B2B93FEB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08C0B-D0F9-4622-BF98-0B9D6B82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D8731A-67AC-4D38-A113-25182DEA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4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DB016-3CC6-4309-BBE7-AAC3B790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2455AA-DD56-433B-A33B-194DBD082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4E687A-1CBE-453B-870D-4EF0FDE05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B143AE-CA79-4508-AF52-414DB402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BC9BBC-A2ED-47B7-ACC6-AE58FCB7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EDA25D-FBDE-44A6-BD0F-4195697E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76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6DA76-FBC6-410B-9BC4-AE134D34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7E1EEF-4BC9-4026-8C09-E72F0F430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48FBC3-7AFB-4100-80F7-BC115FB9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04868B-8210-4715-A12A-B74F5EF1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C91F32-E35F-40D5-8611-0244F264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5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B0F622-81BE-4F76-A0B8-43C1DDAFC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EC2D71-22F9-438B-ADA4-94AE368B1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4A531D-F292-4832-B816-48A19815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470789-BDF5-4509-9CCE-CAE16148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B3BFE-CFB3-4B56-8421-B637D7B1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71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21AFE0-CF01-44FE-95EB-27532805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547883-1BE2-4F2B-99A3-D56E9D91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24D6FD-4B14-4E63-9966-4417D2A6E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1762A-9F6C-46B3-9A5C-DA59A93BAA33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5EF0E4-8889-4E26-B5A6-57A31ABBC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B8C22-7C39-4B75-9383-40256CF3B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1CF42-C921-465C-A4E5-7B7CBC480E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87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628307EB-6000-4E41-AC8B-CA089DBE666D}"/>
              </a:ext>
            </a:extLst>
          </p:cNvPr>
          <p:cNvSpPr/>
          <p:nvPr/>
        </p:nvSpPr>
        <p:spPr>
          <a:xfrm>
            <a:off x="270933" y="228600"/>
            <a:ext cx="5283200" cy="1159933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操作方法</a:t>
            </a:r>
            <a:endParaRPr kumimoji="1" lang="en-US" altLang="ja-JP" sz="4800" dirty="0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047B98B8-2DC6-47E2-A919-F7780A2F7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4998"/>
              </p:ext>
            </p:extLst>
          </p:nvPr>
        </p:nvGraphicFramePr>
        <p:xfrm>
          <a:off x="2032000" y="2872740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170361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66722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WASD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656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採掘・取得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336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シフト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ダッシュ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014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左クリック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アイテムの使用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1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マウス</a:t>
                      </a:r>
                      <a:r>
                        <a:rPr kumimoji="1" lang="en-US" altLang="ja-JP" dirty="0"/>
                        <a:t>or</a:t>
                      </a:r>
                      <a:r>
                        <a:rPr kumimoji="1" lang="ja-JP" altLang="en-US"/>
                        <a:t>十字キー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カメラ移動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8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3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22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ＭＳ Ｐゴシック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7</cp:revision>
  <dcterms:created xsi:type="dcterms:W3CDTF">2026-06-23T02:23:02Z</dcterms:created>
  <dcterms:modified xsi:type="dcterms:W3CDTF">2026-06-30T01:32:15Z</dcterms:modified>
</cp:coreProperties>
</file>