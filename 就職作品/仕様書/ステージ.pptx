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2" d="100"/>
          <a:sy n="62" d="100"/>
        </p:scale>
        <p:origin x="52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ED8A90-F484-47CA-9755-9BD9050D4B1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9D7964F-E2A4-493E-BEF5-1442529FCA98}"/>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C79C271-F551-4969-A103-D2A44C446824}"/>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0E5FD549-492A-42CE-8B05-30FA74A97277}"/>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0057BB8-8B30-4FB8-995F-207A20528F4D}"/>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1761413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2B750C-A3D3-4BAD-82E2-DF0978061A55}"/>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D291511-1A84-4833-B369-822952B94364}"/>
              </a:ext>
            </a:extLst>
          </p:cNvPr>
          <p:cNvSpPr>
            <a:spLocks noGrp="1"/>
          </p:cNvSpPr>
          <p:nvPr>
            <p:ph idx="1"/>
          </p:nvPr>
        </p:nvSpPr>
        <p:spPr>
          <a:xfrm>
            <a:off x="838200" y="1825625"/>
            <a:ext cx="10515600"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8F5EC2-9C87-4240-805F-59C18AED99BA}"/>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17EDFFA3-0122-41D7-ADBE-9D4CAA4FD6EC}"/>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FEF6B4E-73CA-4D9B-8DF3-7C622CFC1492}"/>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1677155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7A9242-6B85-47F8-9B83-10189458ABB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158A4F-A8CE-44FF-8550-51273CF28EC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B9EF5F5-7CE3-4C78-9C5B-0EB6A2989D0D}"/>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1BB6AD92-8DD1-4697-9C8F-785DED6127D6}"/>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19398FB-6772-4367-9ED0-091929F49744}"/>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268237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229528-5FA4-4700-A683-60860041AE00}"/>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6EB7FD9-E6C8-4B2A-AA88-CD6E62B6C0BF}"/>
              </a:ext>
            </a:extLst>
          </p:cNvPr>
          <p:cNvSpPr>
            <a:spLocks noGrp="1"/>
          </p:cNvSpPr>
          <p:nvPr>
            <p:ph sz="half" idx="1"/>
          </p:nvPr>
        </p:nvSpPr>
        <p:spPr>
          <a:xfrm>
            <a:off x="838200" y="1825625"/>
            <a:ext cx="5181600"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EBB1BDA-B8FC-40A1-974E-186D490074A9}"/>
              </a:ext>
            </a:extLst>
          </p:cNvPr>
          <p:cNvSpPr>
            <a:spLocks noGrp="1"/>
          </p:cNvSpPr>
          <p:nvPr>
            <p:ph sz="half" idx="2"/>
          </p:nvPr>
        </p:nvSpPr>
        <p:spPr>
          <a:xfrm>
            <a:off x="6172200" y="1825625"/>
            <a:ext cx="5181600"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33BB183-9832-41EC-BF03-439711EBCB98}"/>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6" name="フッター プレースホルダー 5">
            <a:extLst>
              <a:ext uri="{FF2B5EF4-FFF2-40B4-BE49-F238E27FC236}">
                <a16:creationId xmlns:a16="http://schemas.microsoft.com/office/drawing/2014/main" id="{1A85C953-F709-437B-BCB9-14DC6A8F0E92}"/>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25EA1B9-61CF-470C-95F2-33B84959D68D}"/>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265551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E16721-FB3D-4356-9127-367CCA2BC052}"/>
              </a:ext>
            </a:extLst>
          </p:cNvPr>
          <p:cNvSpPr>
            <a:spLocks noGrp="1"/>
          </p:cNvSpPr>
          <p:nvPr>
            <p:ph type="title"/>
          </p:nvPr>
        </p:nvSpPr>
        <p:spPr>
          <a:xfrm>
            <a:off x="839788" y="365125"/>
            <a:ext cx="10515600" cy="1325563"/>
          </a:xfrm>
          <a:prstGeom prst="rect">
            <a:avLst/>
          </a:prstGeo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882107B-E8F4-4921-9F31-F2288F4A986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79CF8B58-5CD6-410A-BAA9-54F36018EAF5}"/>
              </a:ext>
            </a:extLst>
          </p:cNvPr>
          <p:cNvSpPr>
            <a:spLocks noGrp="1"/>
          </p:cNvSpPr>
          <p:nvPr>
            <p:ph sz="half" idx="2"/>
          </p:nvPr>
        </p:nvSpPr>
        <p:spPr>
          <a:xfrm>
            <a:off x="839788" y="2505075"/>
            <a:ext cx="5157787" cy="368458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452067A-109C-4BF3-927C-E9ABF16F823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0565EA9-5FF6-4BB1-B125-0101B06CF5DB}"/>
              </a:ext>
            </a:extLst>
          </p:cNvPr>
          <p:cNvSpPr>
            <a:spLocks noGrp="1"/>
          </p:cNvSpPr>
          <p:nvPr>
            <p:ph sz="quarter" idx="4"/>
          </p:nvPr>
        </p:nvSpPr>
        <p:spPr>
          <a:xfrm>
            <a:off x="6172200" y="2505075"/>
            <a:ext cx="5183188" cy="368458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18AEC3A-75D2-4148-93DB-B051FFB33CB1}"/>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8" name="フッター プレースホルダー 7">
            <a:extLst>
              <a:ext uri="{FF2B5EF4-FFF2-40B4-BE49-F238E27FC236}">
                <a16:creationId xmlns:a16="http://schemas.microsoft.com/office/drawing/2014/main" id="{20F33010-4500-458B-A0DA-2EFE3DAD4D4A}"/>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D2A0249-9151-4075-B5A1-53C54DFF733C}"/>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1229110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6A2051-AB35-465E-AEFA-EECD0D767908}"/>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A0F785-6CFF-4537-A059-8B63541A1D4D}"/>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4" name="フッター プレースホルダー 3">
            <a:extLst>
              <a:ext uri="{FF2B5EF4-FFF2-40B4-BE49-F238E27FC236}">
                <a16:creationId xmlns:a16="http://schemas.microsoft.com/office/drawing/2014/main" id="{2C786D72-E058-4AFE-85D0-AF9F36216EF2}"/>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B5A7635-9811-4772-97CD-FBD19C0F25B3}"/>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606585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3582BA5-DA61-4B34-B41D-E26DC6EF7DF7}"/>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3" name="フッター プレースホルダー 2">
            <a:extLst>
              <a:ext uri="{FF2B5EF4-FFF2-40B4-BE49-F238E27FC236}">
                <a16:creationId xmlns:a16="http://schemas.microsoft.com/office/drawing/2014/main" id="{DD6F61BD-E8E1-4708-A598-1F92DABCB3FE}"/>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EECAEE1-7283-4C3A-94AE-EE57D79D9B0D}"/>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2020167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C630FF-3398-459D-8115-3BAE7C0D34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B8C9EF9-32FF-4F3D-A3ED-D8AF681A196A}"/>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10AAC1E-3C93-4342-920F-000CDE66798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C3039F9-EF20-43FA-8C7F-DA4E304079C5}"/>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6" name="フッター プレースホルダー 5">
            <a:extLst>
              <a:ext uri="{FF2B5EF4-FFF2-40B4-BE49-F238E27FC236}">
                <a16:creationId xmlns:a16="http://schemas.microsoft.com/office/drawing/2014/main" id="{79E8A8BF-D25E-4016-846F-1F1A5E443101}"/>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420C3C6-A98A-4BF4-BF84-606AAADEF398}"/>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1815743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BF20BC-6A9D-4425-A0B0-6A8058F99BC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8792011-1EA5-4F27-919B-558608AB00B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6E36D97-73E7-43CC-B8ED-96E3E6D9C6C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A14B4BD-7806-4AB0-8B48-5EF91EB57CED}"/>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6" name="フッター プレースホルダー 5">
            <a:extLst>
              <a:ext uri="{FF2B5EF4-FFF2-40B4-BE49-F238E27FC236}">
                <a16:creationId xmlns:a16="http://schemas.microsoft.com/office/drawing/2014/main" id="{D1285B5E-C855-4A05-AB93-091947DC0AFD}"/>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CB0ACDC-E2F9-4840-B1BF-40006AA6DA18}"/>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2032217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FA2EB8-B8AE-4B3C-84E6-26C0F0FC2521}"/>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F6DF4CF-2097-4AA2-8372-A4681B557DC8}"/>
              </a:ext>
            </a:extLst>
          </p:cNvPr>
          <p:cNvSpPr>
            <a:spLocks noGrp="1"/>
          </p:cNvSpPr>
          <p:nvPr>
            <p:ph type="body" orient="vert" idx="1"/>
          </p:nvPr>
        </p:nvSpPr>
        <p:spPr>
          <a:xfrm>
            <a:off x="838200" y="1825625"/>
            <a:ext cx="10515600" cy="4351338"/>
          </a:xfrm>
          <a:prstGeom prst="rect">
            <a:avLst/>
          </a:prstGeo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F381678-398B-4CD8-8F0D-F1E3BA22A827}"/>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4E1FC32D-72B4-42E6-9748-788B48E25097}"/>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2D9EFD3-A30F-4C83-90B6-A1D2B5C76DA0}"/>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3211840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F931671-00CE-4699-A90B-0CD3066EEC09}"/>
              </a:ext>
            </a:extLst>
          </p:cNvPr>
          <p:cNvSpPr>
            <a:spLocks noGrp="1"/>
          </p:cNvSpPr>
          <p:nvPr>
            <p:ph type="title" orient="vert"/>
          </p:nvPr>
        </p:nvSpPr>
        <p:spPr>
          <a:xfrm>
            <a:off x="8724900" y="365125"/>
            <a:ext cx="2628900" cy="5811838"/>
          </a:xfrm>
          <a:prstGeom prst="rect">
            <a:avLst/>
          </a:prstGeo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83A8C03-2BA0-4C54-BDC8-DCAFA3234FC8}"/>
              </a:ext>
            </a:extLst>
          </p:cNvPr>
          <p:cNvSpPr>
            <a:spLocks noGrp="1"/>
          </p:cNvSpPr>
          <p:nvPr>
            <p:ph type="body" orient="vert" idx="1"/>
          </p:nvPr>
        </p:nvSpPr>
        <p:spPr>
          <a:xfrm>
            <a:off x="838200" y="365125"/>
            <a:ext cx="7734300" cy="5811838"/>
          </a:xfrm>
          <a:prstGeom prst="rect">
            <a:avLst/>
          </a:prstGeo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5AA7171-BA60-4916-BE1F-8B04AE3BCBBA}"/>
              </a:ext>
            </a:extLst>
          </p:cNvPr>
          <p:cNvSpPr>
            <a:spLocks noGrp="1"/>
          </p:cNvSpPr>
          <p:nvPr>
            <p:ph type="dt" sz="half" idx="10"/>
          </p:nvPr>
        </p:nvSpPr>
        <p:spPr>
          <a:xfrm>
            <a:off x="838200" y="6356350"/>
            <a:ext cx="2743200" cy="365125"/>
          </a:xfrm>
          <a:prstGeom prst="rect">
            <a:avLst/>
          </a:prstGeom>
        </p:spPr>
        <p:txBody>
          <a:bodyPr/>
          <a:lstStyle/>
          <a:p>
            <a:fld id="{72EC54C6-93F4-4FBA-BBC8-D2B2B10DC62B}" type="datetimeFigureOut">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E1B9DC8D-DDF8-4C5A-82F0-CB535EE86D86}"/>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AB91FE-DF2E-4969-A263-6CCBE94A75EC}"/>
              </a:ext>
            </a:extLst>
          </p:cNvPr>
          <p:cNvSpPr>
            <a:spLocks noGrp="1"/>
          </p:cNvSpPr>
          <p:nvPr>
            <p:ph type="sldNum" sz="quarter" idx="12"/>
          </p:nvPr>
        </p:nvSpPr>
        <p:spPr>
          <a:xfrm>
            <a:off x="8610600" y="6356350"/>
            <a:ext cx="2743200" cy="365125"/>
          </a:xfrm>
          <a:prstGeom prst="rect">
            <a:avLst/>
          </a:prstGeom>
        </p:spPr>
        <p:txBody>
          <a:bodyPr/>
          <a:lstStyle/>
          <a:p>
            <a:fld id="{0B306251-8B5A-44E7-9005-766EB8C42A01}" type="slidenum">
              <a:rPr kumimoji="1" lang="ja-JP" altLang="en-US" smtClean="0"/>
              <a:t>‹#›</a:t>
            </a:fld>
            <a:endParaRPr kumimoji="1" lang="ja-JP" altLang="en-US"/>
          </a:p>
        </p:txBody>
      </p:sp>
    </p:spTree>
    <p:extLst>
      <p:ext uri="{BB962C8B-B14F-4D97-AF65-F5344CB8AC3E}">
        <p14:creationId xmlns:p14="http://schemas.microsoft.com/office/powerpoint/2010/main" val="339745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5983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平行四辺形 5">
            <a:extLst>
              <a:ext uri="{FF2B5EF4-FFF2-40B4-BE49-F238E27FC236}">
                <a16:creationId xmlns:a16="http://schemas.microsoft.com/office/drawing/2014/main" id="{848CB3AD-A5AD-4C7E-992B-8C336C04B25F}"/>
              </a:ext>
            </a:extLst>
          </p:cNvPr>
          <p:cNvSpPr/>
          <p:nvPr/>
        </p:nvSpPr>
        <p:spPr>
          <a:xfrm>
            <a:off x="135467" y="177800"/>
            <a:ext cx="4174066" cy="914400"/>
          </a:xfrm>
          <a:prstGeom prst="parallelogram">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4800" dirty="0"/>
              <a:t>ステージ</a:t>
            </a:r>
          </a:p>
        </p:txBody>
      </p:sp>
      <p:sp>
        <p:nvSpPr>
          <p:cNvPr id="7" name="テキスト ボックス 6">
            <a:extLst>
              <a:ext uri="{FF2B5EF4-FFF2-40B4-BE49-F238E27FC236}">
                <a16:creationId xmlns:a16="http://schemas.microsoft.com/office/drawing/2014/main" id="{FAFE14CE-98DD-4551-996F-3C402A631570}"/>
              </a:ext>
            </a:extLst>
          </p:cNvPr>
          <p:cNvSpPr txBox="1"/>
          <p:nvPr/>
        </p:nvSpPr>
        <p:spPr>
          <a:xfrm>
            <a:off x="135467" y="1286359"/>
            <a:ext cx="8725545" cy="3139321"/>
          </a:xfrm>
          <a:prstGeom prst="rect">
            <a:avLst/>
          </a:prstGeom>
          <a:noFill/>
        </p:spPr>
        <p:txBody>
          <a:bodyPr wrap="square" rtlCol="0">
            <a:spAutoFit/>
          </a:bodyPr>
          <a:lstStyle/>
          <a:p>
            <a:r>
              <a:rPr kumimoji="1" lang="ja-JP" altLang="en-US" dirty="0"/>
              <a:t>スタート地点のトロッコは宝石の納品場所兼エンティティに襲われない安全地帯</a:t>
            </a:r>
            <a:endParaRPr kumimoji="1" lang="en-US" altLang="ja-JP" dirty="0"/>
          </a:p>
          <a:p>
            <a:endParaRPr lang="en-US" altLang="ja-JP" dirty="0"/>
          </a:p>
          <a:p>
            <a:r>
              <a:rPr kumimoji="1" lang="ja-JP" altLang="en-US" dirty="0"/>
              <a:t>決められた構造のステージをいくつか用意</a:t>
            </a:r>
            <a:endParaRPr kumimoji="1" lang="en-US" altLang="ja-JP" dirty="0"/>
          </a:p>
          <a:p>
            <a:r>
              <a:rPr kumimoji="1" lang="en-US" altLang="ja-JP" dirty="0"/>
              <a:t>1</a:t>
            </a:r>
            <a:r>
              <a:rPr kumimoji="1" lang="ja-JP" altLang="en-US" dirty="0"/>
              <a:t>～</a:t>
            </a:r>
            <a:r>
              <a:rPr kumimoji="1" lang="en-US" altLang="ja-JP" dirty="0"/>
              <a:t>3</a:t>
            </a:r>
            <a:r>
              <a:rPr kumimoji="1" lang="ja-JP" altLang="en-US" dirty="0"/>
              <a:t>層：わかりやすい構造のステージ</a:t>
            </a:r>
            <a:r>
              <a:rPr kumimoji="1" lang="en-US" altLang="ja-JP" dirty="0"/>
              <a:t>3</a:t>
            </a:r>
            <a:r>
              <a:rPr kumimoji="1" lang="ja-JP" altLang="en-US" dirty="0"/>
              <a:t>つからランダムで生成</a:t>
            </a:r>
            <a:endParaRPr kumimoji="1" lang="en-US" altLang="ja-JP" dirty="0"/>
          </a:p>
          <a:p>
            <a:r>
              <a:rPr kumimoji="1" lang="en-US" altLang="ja-JP" dirty="0"/>
              <a:t>4</a:t>
            </a:r>
            <a:r>
              <a:rPr kumimoji="1" lang="ja-JP" altLang="en-US" dirty="0"/>
              <a:t>～</a:t>
            </a:r>
            <a:r>
              <a:rPr kumimoji="1" lang="en-US" altLang="ja-JP" dirty="0"/>
              <a:t>10</a:t>
            </a:r>
            <a:r>
              <a:rPr kumimoji="1" lang="ja-JP" altLang="en-US" dirty="0"/>
              <a:t>層：少し入り組んだ構造のステージ</a:t>
            </a:r>
            <a:r>
              <a:rPr kumimoji="1" lang="en-US" altLang="ja-JP" dirty="0"/>
              <a:t>3</a:t>
            </a:r>
            <a:r>
              <a:rPr lang="ja-JP" altLang="en-US" dirty="0"/>
              <a:t>つからランダムで生成</a:t>
            </a:r>
            <a:endParaRPr lang="en-US" altLang="ja-JP" dirty="0"/>
          </a:p>
          <a:p>
            <a:r>
              <a:rPr kumimoji="1" lang="en-US" altLang="ja-JP" dirty="0"/>
              <a:t>11</a:t>
            </a:r>
            <a:r>
              <a:rPr kumimoji="1" lang="ja-JP" altLang="en-US" dirty="0"/>
              <a:t>～</a:t>
            </a:r>
            <a:r>
              <a:rPr kumimoji="1" lang="en-US" altLang="ja-JP" dirty="0"/>
              <a:t>20</a:t>
            </a:r>
            <a:r>
              <a:rPr kumimoji="1" lang="ja-JP" altLang="en-US" dirty="0"/>
              <a:t>層：</a:t>
            </a:r>
            <a:r>
              <a:rPr lang="ja-JP" altLang="en-US" dirty="0"/>
              <a:t>複雑な構造のステージ</a:t>
            </a:r>
            <a:r>
              <a:rPr lang="en-US" altLang="ja-JP" dirty="0"/>
              <a:t>3</a:t>
            </a:r>
            <a:r>
              <a:rPr lang="ja-JP" altLang="en-US" dirty="0"/>
              <a:t>つからランダムで生成</a:t>
            </a:r>
            <a:endParaRPr lang="en-US" altLang="ja-JP" dirty="0"/>
          </a:p>
          <a:p>
            <a:r>
              <a:rPr lang="en-US" altLang="ja-JP" dirty="0"/>
              <a:t>4</a:t>
            </a:r>
            <a:r>
              <a:rPr lang="ja-JP" altLang="en-US" dirty="0"/>
              <a:t>～</a:t>
            </a:r>
            <a:r>
              <a:rPr lang="en-US" altLang="ja-JP" dirty="0"/>
              <a:t>19</a:t>
            </a:r>
            <a:r>
              <a:rPr lang="ja-JP" altLang="en-US" dirty="0"/>
              <a:t>階層のどこかに休憩フロアを追加</a:t>
            </a:r>
            <a:endParaRPr lang="en-US" altLang="ja-JP" dirty="0"/>
          </a:p>
          <a:p>
            <a:endParaRPr kumimoji="1" lang="en-US" altLang="ja-JP" dirty="0"/>
          </a:p>
          <a:p>
            <a:r>
              <a:rPr lang="ja-JP" altLang="en-US" dirty="0"/>
              <a:t>岩がランダムな場所に生成</a:t>
            </a:r>
            <a:endParaRPr lang="en-US" altLang="ja-JP" dirty="0"/>
          </a:p>
          <a:p>
            <a:r>
              <a:rPr kumimoji="1" lang="ja-JP" altLang="en-US" dirty="0"/>
              <a:t>敵がランダムな時間、ランダムな場所に出現</a:t>
            </a:r>
            <a:endParaRPr kumimoji="1" lang="en-US" altLang="ja-JP" dirty="0"/>
          </a:p>
          <a:p>
            <a:r>
              <a:rPr lang="ja-JP" altLang="en-US" dirty="0"/>
              <a:t>毎フロア</a:t>
            </a:r>
            <a:r>
              <a:rPr lang="en-US" altLang="ja-JP" dirty="0"/>
              <a:t>3</a:t>
            </a:r>
            <a:r>
              <a:rPr lang="ja-JP" altLang="en-US" dirty="0"/>
              <a:t>分の制限時間がある</a:t>
            </a:r>
            <a:endParaRPr kumimoji="1" lang="ja-JP" altLang="en-US" dirty="0"/>
          </a:p>
        </p:txBody>
      </p:sp>
    </p:spTree>
    <p:extLst>
      <p:ext uri="{BB962C8B-B14F-4D97-AF65-F5344CB8AC3E}">
        <p14:creationId xmlns:p14="http://schemas.microsoft.com/office/powerpoint/2010/main" val="3402054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平行四辺形 5">
            <a:extLst>
              <a:ext uri="{FF2B5EF4-FFF2-40B4-BE49-F238E27FC236}">
                <a16:creationId xmlns:a16="http://schemas.microsoft.com/office/drawing/2014/main" id="{848CB3AD-A5AD-4C7E-992B-8C336C04B25F}"/>
              </a:ext>
            </a:extLst>
          </p:cNvPr>
          <p:cNvSpPr/>
          <p:nvPr/>
        </p:nvSpPr>
        <p:spPr>
          <a:xfrm>
            <a:off x="135467" y="177800"/>
            <a:ext cx="4174066" cy="914400"/>
          </a:xfrm>
          <a:prstGeom prst="parallelogram">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4800" dirty="0"/>
              <a:t>ステージ</a:t>
            </a:r>
          </a:p>
        </p:txBody>
      </p:sp>
      <p:sp>
        <p:nvSpPr>
          <p:cNvPr id="7" name="テキスト ボックス 6">
            <a:extLst>
              <a:ext uri="{FF2B5EF4-FFF2-40B4-BE49-F238E27FC236}">
                <a16:creationId xmlns:a16="http://schemas.microsoft.com/office/drawing/2014/main" id="{FAFE14CE-98DD-4551-996F-3C402A631570}"/>
              </a:ext>
            </a:extLst>
          </p:cNvPr>
          <p:cNvSpPr txBox="1"/>
          <p:nvPr/>
        </p:nvSpPr>
        <p:spPr>
          <a:xfrm>
            <a:off x="135467" y="1270860"/>
            <a:ext cx="8725545" cy="2862322"/>
          </a:xfrm>
          <a:prstGeom prst="rect">
            <a:avLst/>
          </a:prstGeom>
          <a:noFill/>
        </p:spPr>
        <p:txBody>
          <a:bodyPr wrap="square" rtlCol="0">
            <a:spAutoFit/>
          </a:bodyPr>
          <a:lstStyle/>
          <a:p>
            <a:r>
              <a:rPr kumimoji="1" lang="en-US" altLang="ja-JP" dirty="0"/>
              <a:t>1</a:t>
            </a:r>
            <a:r>
              <a:rPr kumimoji="1" lang="ja-JP" altLang="en-US" dirty="0"/>
              <a:t>～</a:t>
            </a:r>
            <a:r>
              <a:rPr kumimoji="1" lang="en-US" altLang="ja-JP" dirty="0"/>
              <a:t>3</a:t>
            </a:r>
            <a:r>
              <a:rPr kumimoji="1" lang="ja-JP" altLang="en-US" dirty="0"/>
              <a:t>階層</a:t>
            </a:r>
            <a:br>
              <a:rPr kumimoji="1" lang="en-US" altLang="ja-JP" dirty="0"/>
            </a:br>
            <a:r>
              <a:rPr kumimoji="1" lang="ja-JP" altLang="en-US" dirty="0"/>
              <a:t>地上レベル</a:t>
            </a:r>
            <a:endParaRPr kumimoji="1" lang="en-US" altLang="ja-JP" dirty="0"/>
          </a:p>
          <a:p>
            <a:endParaRPr lang="en-US" altLang="ja-JP" dirty="0"/>
          </a:p>
          <a:p>
            <a:r>
              <a:rPr kumimoji="1" lang="en-US" altLang="ja-JP" dirty="0"/>
              <a:t>4</a:t>
            </a:r>
            <a:r>
              <a:rPr kumimoji="1" lang="ja-JP" altLang="en-US" dirty="0"/>
              <a:t>～</a:t>
            </a:r>
            <a:r>
              <a:rPr kumimoji="1" lang="en-US" altLang="ja-JP" dirty="0"/>
              <a:t>10</a:t>
            </a:r>
            <a:r>
              <a:rPr kumimoji="1" lang="ja-JP" altLang="en-US" dirty="0"/>
              <a:t>階層</a:t>
            </a:r>
            <a:endParaRPr kumimoji="1" lang="en-US" altLang="ja-JP" dirty="0"/>
          </a:p>
          <a:p>
            <a:r>
              <a:rPr lang="ja-JP" altLang="en-US" dirty="0"/>
              <a:t>洞窟レベル</a:t>
            </a:r>
            <a:endParaRPr lang="en-US" altLang="ja-JP" dirty="0"/>
          </a:p>
          <a:p>
            <a:endParaRPr kumimoji="1" lang="en-US" altLang="ja-JP" dirty="0"/>
          </a:p>
          <a:p>
            <a:r>
              <a:rPr lang="en-US" altLang="ja-JP" dirty="0"/>
              <a:t>11</a:t>
            </a:r>
            <a:r>
              <a:rPr lang="ja-JP" altLang="en-US" dirty="0"/>
              <a:t>～</a:t>
            </a:r>
            <a:r>
              <a:rPr lang="en-US" altLang="ja-JP" dirty="0"/>
              <a:t>20</a:t>
            </a:r>
            <a:r>
              <a:rPr lang="ja-JP" altLang="en-US" dirty="0"/>
              <a:t>階層</a:t>
            </a:r>
            <a:endParaRPr lang="en-US" altLang="ja-JP" dirty="0"/>
          </a:p>
          <a:p>
            <a:r>
              <a:rPr kumimoji="1" lang="ja-JP" altLang="en-US" dirty="0"/>
              <a:t>深層レベル</a:t>
            </a:r>
            <a:endParaRPr kumimoji="1" lang="en-US" altLang="ja-JP" dirty="0"/>
          </a:p>
          <a:p>
            <a:endParaRPr lang="en-US" altLang="ja-JP" dirty="0"/>
          </a:p>
          <a:p>
            <a:r>
              <a:rPr lang="ja-JP" altLang="en-US" dirty="0"/>
              <a:t>休憩フロア：体力を回復、アイテムを購入</a:t>
            </a:r>
            <a:endParaRPr lang="en-US" altLang="ja-JP" dirty="0"/>
          </a:p>
        </p:txBody>
      </p:sp>
    </p:spTree>
    <p:extLst>
      <p:ext uri="{BB962C8B-B14F-4D97-AF65-F5344CB8AC3E}">
        <p14:creationId xmlns:p14="http://schemas.microsoft.com/office/powerpoint/2010/main" val="23190849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138</Words>
  <Application>Microsoft Office PowerPoint</Application>
  <PresentationFormat>ワイド画面</PresentationFormat>
  <Paragraphs>22</Paragraphs>
  <Slides>2</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vt:i4>
      </vt:variant>
    </vt:vector>
  </HeadingPairs>
  <TitlesOfParts>
    <vt:vector size="5" baseType="lpstr">
      <vt:lpstr>ＭＳ Ｐゴシック</vt:lpstr>
      <vt:lpstr>Arial</vt:lpstr>
      <vt:lpstr>Office テーマ</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田中　裕哉</dc:creator>
  <cp:lastModifiedBy>田中　裕哉</cp:lastModifiedBy>
  <cp:revision>7</cp:revision>
  <dcterms:created xsi:type="dcterms:W3CDTF">2026-06-02T00:39:14Z</dcterms:created>
  <dcterms:modified xsi:type="dcterms:W3CDTF">2026-06-11T03:40:38Z</dcterms:modified>
</cp:coreProperties>
</file>